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4" autoAdjust="0"/>
    <p:restoredTop sz="94660"/>
  </p:normalViewPr>
  <p:slideViewPr>
    <p:cSldViewPr snapToGrid="0">
      <p:cViewPr varScale="1">
        <p:scale>
          <a:sx n="82" d="100"/>
          <a:sy n="82" d="100"/>
        </p:scale>
        <p:origin x="89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12/26/2025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12/26/2025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O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12/26/2025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ADF58F-7B88-E78A-6261-B1F4AB3E820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6B93CEF-935A-89CE-F423-E180221D9B3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569390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281616-FF45-C108-DDF8-50C68F3567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3B5754-D50D-DBE2-466E-C1BF0B6B7E7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C401827-ADD1-0339-22AE-08A113DC83C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341579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51493F-212E-8B1C-3B4B-DC9623E44D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9B5460-4479-A089-B7EE-E4B048965E1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81A3A21-3210-2CED-1DDC-171E1F3354F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526133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A7997F-AD72-7BE3-7EED-BA6D3183FD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60DC30-0A9D-9E4B-1066-023F6A4FAF4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600FEC4-0FBB-D351-2A50-038F4836745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73698753"/>
      </p:ext>
    </p:extLst>
  </p:cSld>
  <p:clrMapOvr>
    <a:masterClrMapping/>
  </p:clrMapOvr>
</p:sld>
</file>

<file path=ppt/theme/theme1.xml><?xml version="1.0" encoding="utf-8"?>
<a:theme xmlns:a="http://schemas.openxmlformats.org/drawingml/2006/main" name="Galería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TM10001114[[fn=Galería]]</Template>
  <TotalTime>0</TotalTime>
  <Words>0</Words>
  <Application>Microsoft Office PowerPoint</Application>
  <PresentationFormat>Panorámica</PresentationFormat>
  <Paragraphs>0</Paragraphs>
  <Slides>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7" baseType="lpstr">
      <vt:lpstr>Arial</vt:lpstr>
      <vt:lpstr>Gill Sans MT</vt:lpstr>
      <vt:lpstr>Galería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Ana Milena David</dc:creator>
  <cp:lastModifiedBy>Ana Milena David</cp:lastModifiedBy>
  <cp:revision>1</cp:revision>
  <dcterms:created xsi:type="dcterms:W3CDTF">2025-12-26T12:59:01Z</dcterms:created>
  <dcterms:modified xsi:type="dcterms:W3CDTF">2025-12-26T12:59:21Z</dcterms:modified>
</cp:coreProperties>
</file>